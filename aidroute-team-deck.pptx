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3291840" cy="256032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LONDON HACKATHON · 15 AUG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AidRoute Debrief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2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border intel that isn't on the internet.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humanitarian convoys can stop learning the rules by being turned away at borders.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5120640"/>
            <a:ext cx="1046074" cy="256032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120640"/>
            <a:ext cx="104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CORROBORATED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50162" y="5120640"/>
            <a:ext cx="1121054" cy="256032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0" name="Text 8"/>
          <p:cNvSpPr/>
          <p:nvPr/>
        </p:nvSpPr>
        <p:spPr>
          <a:xfrm>
            <a:off x="1750162" y="5120640"/>
            <a:ext cx="11210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REPORT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08376" y="5120640"/>
            <a:ext cx="971093" cy="256032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12" name="Text 10"/>
          <p:cNvSpPr/>
          <p:nvPr/>
        </p:nvSpPr>
        <p:spPr>
          <a:xfrm>
            <a:off x="3008376" y="5120640"/>
            <a:ext cx="9710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6629" y="5120640"/>
            <a:ext cx="1945843" cy="256032"/>
          </a:xfrm>
          <a:prstGeom prst="rect">
            <a:avLst/>
          </a:prstGeom>
          <a:solidFill>
            <a:srgbClr val="505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6629" y="5120640"/>
            <a:ext cx="19458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VERIFIED · AUG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5806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briefing — problem, evidence, concept, build plan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found 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2022: the story that started this — and the fix that followed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6675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vans full of sleeping bags and nappies sat at Dover for two days over paperwork; a courier reported 13 more stuck after four. Post-Brexit customs requirements were opaque to volunteers.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responded: a simplified humanitarian process now lets qualifying goods leave GB with an oral declaration or declaration by conduct — no standard declaration, no EORI.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starting hypothesis: volunteers still can't navigate customs classification and relief rules. Plausible — and, it turned out, four years out of date.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80960" y="1600200"/>
            <a:ext cx="3931920" cy="210312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0" y="17830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863840" y="2697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 held at Dover, March 2022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0" y="3886200"/>
            <a:ext cx="3931920" cy="2103120"/>
          </a:xfrm>
          <a:prstGeom prst="rect">
            <a:avLst/>
          </a:prstGeom>
          <a:solidFill>
            <a:srgbClr val="D2E2F1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40690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7863840" y="4983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export simplified — and still live today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original concept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'Aid-at-the-Border' → v2 'AidRoute' — an eligibility checker for aid consignments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D2E2F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manifest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90672" y="2286000"/>
            <a:ext cx="320040" cy="320040"/>
          </a:xfrm>
          <a:prstGeom prst="rightArrow">
            <a:avLst/>
          </a:prstGeom>
          <a:solidFill>
            <a:srgbClr val="505A5F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0" y="19202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D2E2F1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9202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goods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71032" y="2286000"/>
            <a:ext cx="320040" cy="320040"/>
          </a:xfrm>
          <a:prstGeom prst="rightArrow">
            <a:avLst/>
          </a:prstGeom>
          <a:solidFill>
            <a:srgbClr val="505A5F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9202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D2E2F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9202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reliefs &amp; exclusions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51392" y="2286000"/>
            <a:ext cx="320040" cy="320040"/>
          </a:xfrm>
          <a:prstGeom prst="rightArrow">
            <a:avLst/>
          </a:prstGeom>
          <a:solidFill>
            <a:srgbClr val="505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89720" y="19202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D2E2F1"/>
          </a:solidFill>
          <a:ln/>
        </p:spPr>
      </p:sp>
      <p:sp>
        <p:nvSpPr>
          <p:cNvPr id="15" name="Text 13"/>
          <p:cNvSpPr/>
          <p:nvPr/>
        </p:nvSpPr>
        <p:spPr>
          <a:xfrm>
            <a:off x="9281160" y="19202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plan + border pack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we kept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88620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framing: GB → France → Poland → Ukraine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obsession — every answer cites a dated rule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model never decides what the law says”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520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flaw (caught pre-build)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388620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solved the 2022 problem in 2026 — the GB export leg is already simplified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classify 25 sleeping bags when HMRC says no declaration is needed?”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set falsification gates and went to find real users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users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interview, 14 Aug — a volunteer convoy organiser (ambulances + medical aid, GB → Ukraine)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160020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just use ChatGPT … you upload photos, upload the list, say what's in each vehicle — it adds the commodity codes and weights, and it does it pretty well.”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 inventories, commodity codes and controlled-drug checks: the paperwork layer is already solved, for free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v2 pivot gate FIRED: experienced operators have a routinised process and a free, adequate tool. We do not build the eligibility checker.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1064240" cy="1737360"/>
          </a:xfrm>
          <a:prstGeom prst="rect">
            <a:avLst/>
          </a:prstGeom>
          <a:solidFill>
            <a:srgbClr val="FBE3C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389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“Each border has different regulations and they keep changing — there's a lot of word-of-mouth stuff going on, so it's not on the internet. ChatGPT doesn't do a very good job … there's basically no recorded reliable information on it.”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5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 months of Polish border disruption. The same tools failed here, for a structural reason.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problem: knowledge nobody wrote down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specimens from one organisation's 2026 trips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356616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crossing?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Apr–Jul: turned away from the usual Polish crossing — “wrong border”, no explanation. The correct crossing was learned by word of mouth, not from any website.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4800600"/>
            <a:ext cx="1420978" cy="256032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800600"/>
            <a:ext cx="1420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JUL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20440" cy="356616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874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T1 trap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3774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the T1 as a bulk total (cheaper) turns out to trigger an obscure extra certificate (“WDS”). Cost: best part of a day at the border. The fix — itemise every line — is written down nowhere official.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0" y="4800600"/>
            <a:ext cx="1420978" cy="256032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4800600"/>
            <a:ext cx="1420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JUL 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520440" cy="356616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874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thresholds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66760" y="23774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crossing's vehicle limit changed 3.5t → 7t. “I don't know if that's recorded” anywhere. Even the crossing's name wasn't captured — our seed data marks it NEEDS VERIFICATION, deliberately.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66760" y="4800600"/>
            <a:ext cx="1495958" cy="256032"/>
          </a:xfrm>
          <a:prstGeom prst="rect">
            <a:avLst/>
          </a:prstGeom>
          <a:solidFill>
            <a:srgbClr val="B25C0E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4800600"/>
            <a:ext cx="14959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VERIFICATION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cannot know what nobody recorded. The bottleneck is not rule synthesis — it is rule capture.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concept: AidRoute Debrief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capture loop — every convoy that debriefs makes the next convoy's checklist better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D2E2F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9339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Debrief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423160"/>
            <a:ext cx="2231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post-trip voice note or text from the operator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27248" y="2651760"/>
            <a:ext cx="292608" cy="292608"/>
          </a:xfrm>
          <a:prstGeom prst="rightArrow">
            <a:avLst/>
          </a:prstGeom>
          <a:solidFill>
            <a:srgbClr val="505A5F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182880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D2E2F1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199339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Extract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93592" y="2423160"/>
            <a:ext cx="2231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turns it into dated, structured claims — first-hand vs hearsay flagged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07608" y="2651760"/>
            <a:ext cx="292608" cy="292608"/>
          </a:xfrm>
          <a:prstGeom prst="rightArrow">
            <a:avLst/>
          </a:prstGeom>
          <a:solidFill>
            <a:srgbClr val="505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82880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0B0C0C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199339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Merge (code)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73952" y="2423160"/>
            <a:ext cx="2231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9D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engine: corroborate · supersede · conflict. The model never decides truth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87968" y="2651760"/>
            <a:ext cx="292608" cy="292608"/>
          </a:xfrm>
          <a:prstGeom prst="rightArrow">
            <a:avLst/>
          </a:prstGeom>
          <a:solidFill>
            <a:srgbClr val="505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9189720" y="182880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D2E2F1"/>
          </a:solidFill>
          <a:ln/>
        </p:spPr>
      </p:sp>
      <p:sp>
        <p:nvSpPr>
          <p:cNvPr id="18" name="Text 16"/>
          <p:cNvSpPr/>
          <p:nvPr/>
        </p:nvSpPr>
        <p:spPr>
          <a:xfrm>
            <a:off x="9354312" y="199339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Serve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54312" y="2423160"/>
            <a:ext cx="2231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corridor brief + pre-trip checklist — every line dated and sourced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1064240" cy="1051560"/>
          </a:xfrm>
          <a:prstGeom prst="rect">
            <a:avLst/>
          </a:prstGeom>
          <a:solidFill>
            <a:srgbClr val="CCE2D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159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the user: on reviewing our summary, the operator independently proposed “a collated feedback system linked up to a chatbot that can answer questions” — now our stretch goal, answering only from the verified claim store, and saying “no verified intel” rather than guessing.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is the capture loop, not the model — everyone has the model.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interprets messy human input. Code makes every truth decision.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rendered line looks like this: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96012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2140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Itemise every T1 line — a bulk total triggers an additional security certificate.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578608"/>
            <a:ext cx="2320747" cy="256032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78608"/>
            <a:ext cx="23207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OPERATOR-REPORTED · 2 REPORTS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80867" y="2578608"/>
            <a:ext cx="1795882" cy="256032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11" name="Text 9"/>
          <p:cNvSpPr/>
          <p:nvPr/>
        </p:nvSpPr>
        <p:spPr>
          <a:xfrm>
            <a:off x="3280867" y="2578608"/>
            <a:ext cx="17958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VERIFIED AUG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3909" y="2578608"/>
            <a:ext cx="1196035" cy="256032"/>
          </a:xfrm>
          <a:prstGeom prst="rect">
            <a:avLst/>
          </a:prstGeom>
          <a:solidFill>
            <a:srgbClr val="505A5F"/>
          </a:solidFill>
          <a:ln/>
        </p:spPr>
      </p:sp>
      <p:sp>
        <p:nvSpPr>
          <p:cNvPr id="13" name="Text 11"/>
          <p:cNvSpPr/>
          <p:nvPr/>
        </p:nvSpPr>
        <p:spPr>
          <a:xfrm>
            <a:off x="5213909" y="2578608"/>
            <a:ext cx="11960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FR-001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are surfaced, never auto-resolved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7t vs 5t vehicle limit? Both reports shown, dated — the operator decides, the system flags for verification.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17920" y="3383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decays visibly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37490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≤30 days · amber ≤90 · red beyond. Stale intel says so.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800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 are a feature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51663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verified intel on this” beats a confident guess — the exact failure that cost real convoys real days.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7920" y="4800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OPSEC by design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0" y="51663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Procedural, historical intel only. Never future convoy dates, routes, loads or identities.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 for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TypeScript + Claude API · seed data + full technical spec already in the repo · each checkpoint is demo-able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73936"/>
            <a:ext cx="475488" cy="475488"/>
          </a:xfrm>
          <a:prstGeom prst="ellipse">
            <a:avLst/>
          </a:prstGeom>
          <a:solidFill>
            <a:srgbClr val="1D70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73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7373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renders on the corridor brief (static)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06640" y="1737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Floor: this alone demos the data model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23744"/>
            <a:ext cx="475488" cy="475488"/>
          </a:xfrm>
          <a:prstGeom prst="ellipse">
            <a:avLst/>
          </a:prstGeom>
          <a:solidFill>
            <a:srgbClr val="1D70B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23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48716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engine + unit tests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06640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debrief's expected outcomes = the test oracle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73552"/>
            <a:ext cx="475488" cy="475488"/>
          </a:xfrm>
          <a:prstGeom prst="ellipse">
            <a:avLst/>
          </a:prstGeom>
          <a:solidFill>
            <a:srgbClr val="1D70B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73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23697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route + Screen 1 end-to-end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406640" y="323697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Canned fallbacks for every rehearsed input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475488" cy="475488"/>
          </a:xfrm>
          <a:prstGeom prst="ellipse">
            <a:avLst/>
          </a:prstGeom>
          <a:solidFill>
            <a:srgbClr val="1D70B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98678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generator with citation validation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406640" y="39867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that cite nothing are dropped in code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773168"/>
            <a:ext cx="475488" cy="475488"/>
          </a:xfrm>
          <a:prstGeom prst="ellipse">
            <a:avLst/>
          </a:prstGeom>
          <a:solidFill>
            <a:srgbClr val="1D70B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773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7365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Polish: freshness, conflict styling, print CSS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406640" y="47365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×3, record backup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522976"/>
            <a:ext cx="475488" cy="475488"/>
          </a:xfrm>
          <a:prstGeom prst="ellipse">
            <a:avLst/>
          </a:prstGeom>
          <a:solidFill>
            <a:srgbClr val="B25C0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522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4440" y="54864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“Ask the corridor” chatbot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406640" y="5486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1–5 are demo-solid by 15:00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43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scope, even if tempting: auth · databases · voice transcription · OCR · multi-corridor · anything storing future movements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three-minute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Rehearsed against fixed inputs — the live LLM path is for brave questions only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023360" y="169164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2026 evidence: months of border chaos that no website and no AI could answer — because nobody had written it down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debrief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023360" y="260604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(anonymised, consented) operator account → claims extracted with dates, confidence, hearsay flags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merge moment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023360" y="352044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debrief in: one claim corroborated (n→2) · one CONFLICT (7t vs 5t) surfaced side-by-side · one new single report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4434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checklist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023360" y="443484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pre-trip checklist — every line cited; conflicts become ‘verify before travel’ items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349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5349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refusal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023360" y="534924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corridor a question the store can't answer → “No verified intel on this” — the behaviour that generic AI got wrong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on stage: this is n=1 research — we say so. The generalisable part is the mechanism, and the pivot itself is the evidence of process.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 couldn't tell the operator which Polish border to use — not because the model is weak, but because nobody had written it down.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 is how it gets written down.”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1248" y="4297680"/>
            <a:ext cx="1645920" cy="256032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4297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SITUATION 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24328" y="4297680"/>
            <a:ext cx="2095805" cy="256032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7" name="Text 5"/>
          <p:cNvSpPr/>
          <p:nvPr/>
        </p:nvSpPr>
        <p:spPr>
          <a:xfrm>
            <a:off x="2624328" y="4297680"/>
            <a:ext cx="20958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+ EVIDENCE OUT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57293" y="4297680"/>
            <a:ext cx="2095805" cy="256032"/>
          </a:xfrm>
          <a:prstGeom prst="rect">
            <a:avLst/>
          </a:prstGeom>
          <a:solidFill>
            <a:srgbClr val="505A5F"/>
          </a:solidFill>
          <a:ln/>
        </p:spPr>
      </p:sp>
      <p:sp>
        <p:nvSpPr>
          <p:cNvPr id="9" name="Text 7"/>
          <p:cNvSpPr/>
          <p:nvPr/>
        </p:nvSpPr>
        <p:spPr>
          <a:xfrm>
            <a:off x="4857293" y="4297680"/>
            <a:ext cx="20958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DATED &amp; SOURCED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C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planning docs, technical spec and seed data — ready for Claude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C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today: build · rules &amp; prompts · design &amp; pitch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9C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prospective user is waiting to hear how it went on Monday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2026-08-15T07:42:51Z</dcterms:created>
  <dcterms:modified xsi:type="dcterms:W3CDTF">2026-08-15T07:42:51Z</dcterms:modified>
</cp:coreProperties>
</file>